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Day 2: Tables &amp; Types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1764" y="0"/>
            <a:ext cx="2916401" cy="6858000"/>
          </a:xfrm>
          <a:custGeom>
            <a:avLst/>
            <a:gdLst/>
            <a:ahLst/>
            <a:cxnLst/>
            <a:rect l="l" t="t" r="r" b="b"/>
            <a:pathLst>
              <a:path w="2916401" h="6858000">
                <a:moveTo>
                  <a:pt x="0" y="0"/>
                </a:moveTo>
                <a:lnTo>
                  <a:pt x="1310838" y="0"/>
                </a:lnTo>
                <a:lnTo>
                  <a:pt x="1453357" y="123454"/>
                </a:lnTo>
                <a:cubicBezTo>
                  <a:pt x="2352136" y="940343"/>
                  <a:pt x="2916401" y="2118776"/>
                  <a:pt x="2916401" y="3429000"/>
                </a:cubicBezTo>
                <a:cubicBezTo>
                  <a:pt x="2916401" y="4739224"/>
                  <a:pt x="2352136" y="5917657"/>
                  <a:pt x="1453357" y="6734546"/>
                </a:cubicBezTo>
                <a:lnTo>
                  <a:pt x="1310838" y="6858000"/>
                </a:lnTo>
                <a:lnTo>
                  <a:pt x="220806" y="6858000"/>
                </a:lnTo>
                <a:lnTo>
                  <a:pt x="224168" y="6856279"/>
                </a:lnTo>
                <a:cubicBezTo>
                  <a:pt x="1419763" y="6206792"/>
                  <a:pt x="2231395" y="4940069"/>
                  <a:pt x="2231395" y="3483779"/>
                </a:cubicBezTo>
                <a:cubicBezTo>
                  <a:pt x="2231395" y="1961294"/>
                  <a:pt x="1344301" y="646001"/>
                  <a:pt x="58792" y="26579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101764" y="0"/>
            <a:ext cx="2916401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2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01" y="365720"/>
            <a:ext cx="6438900" cy="5943600"/>
          </a:xfrm>
          <a:prstGeom prst="rect">
            <a:avLst/>
          </a:prstGeom>
        </p:spPr>
      </p:pic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54405" y="993775"/>
            <a:ext cx="4064000" cy="812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046503" y="179600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Kick-off &amp; Goals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8475503" y="179600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Table Foundations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5471071" y="3849940"/>
            <a:ext cx="2566966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Create &amp; Constrain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765604" y="385498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Schema Evolution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5143871" y="6086695"/>
            <a:ext cx="2778475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Guided Practice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8572871" y="6082269"/>
            <a:ext cx="2566967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Integrity &amp; Recap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Kick-off &amp; Goals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gradFill flip="none" rotWithShape="1">
            <a:gsLst>
              <a:gs pos="0">
                <a:srgbClr val="9DB4E1"/>
              </a:gs>
              <a:gs pos="100000">
                <a:srgbClr val="C2F5E1"/>
              </a:gs>
            </a:gsLst>
            <a:lin ang="4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3905" y="1180673"/>
            <a:ext cx="3956100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Welcome to MySQL Day 2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9-d2nfap98bjvh7rlj0ig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729" y="1081968"/>
            <a:ext cx="3501871" cy="52610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gradFill flip="none" rotWithShape="1">
            <a:gsLst>
              <a:gs pos="0">
                <a:srgbClr val="C2F5E1"/>
              </a:gs>
              <a:gs pos="28000">
                <a:srgbClr val="C2F5E1"/>
              </a:gs>
              <a:gs pos="100000">
                <a:srgbClr val="9DB4E1"/>
              </a:gs>
            </a:gsLst>
            <a:lin ang="24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3385" y="2907605"/>
            <a:ext cx="648273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Welcome Back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385" y="3435091"/>
            <a:ext cx="3324607" cy="2613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Welcome back to Day 2 of our MySQL crash course. Today, we will dive deep into creating and managing tables, and explore the various data types available in MySQL. Get ready for a hands-on session!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21175" y="2902585"/>
            <a:ext cx="3612515" cy="4051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Today’s Focus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99411" y="3435091"/>
            <a:ext cx="3324607" cy="2943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Our focus today is on understanding tables, creating them with different data types, and using primary keys, auto-increment, and constraints. By the end of this session, you will be able to structure your data effectively.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6-d2nfar18bjvh7rlj0iu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0332" y="-62186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40332" y="-62186"/>
            <a:ext cx="12232332" cy="69597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9:12-d2nfaq18bjvh7rlj0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58496" y="5711298"/>
            <a:ext cx="8352928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Today’s Learning Objectives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rot="10800000">
            <a:off x="1497429" y="457295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 rot="10800000">
            <a:off x="1497429" y="457295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497430" y="4407422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12" name="Text 8"/>
          <p:cNvSpPr/>
          <p:nvPr/>
        </p:nvSpPr>
        <p:spPr>
          <a:xfrm>
            <a:off x="1497430" y="440742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rot="10800000">
            <a:off x="4448201" y="3412513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 rot="10800000">
            <a:off x="4448201" y="3412513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448202" y="3246985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16" name="Text 12"/>
          <p:cNvSpPr/>
          <p:nvPr/>
        </p:nvSpPr>
        <p:spPr>
          <a:xfrm>
            <a:off x="4448202" y="324698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rot="10800000">
            <a:off x="7438780" y="3410477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 rot="10800000">
            <a:off x="7438780" y="3410477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438781" y="3244949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20" name="Text 16"/>
          <p:cNvSpPr/>
          <p:nvPr/>
        </p:nvSpPr>
        <p:spPr>
          <a:xfrm>
            <a:off x="7438781" y="3244949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 rot="10800000">
            <a:off x="10375747" y="427674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 rot="10800000">
            <a:off x="10375747" y="427674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0375748" y="4111212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24" name="Text 20"/>
          <p:cNvSpPr/>
          <p:nvPr/>
        </p:nvSpPr>
        <p:spPr>
          <a:xfrm>
            <a:off x="10375748" y="411121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384887" y="1208615"/>
            <a:ext cx="5851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-312712" y="1515846"/>
            <a:ext cx="3980322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Understand Tables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309297" y="1957021"/>
            <a:ext cx="2736304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By the end of today, you will understand what tables are in MySQL and how they store data in a relational database.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335659" y="119933"/>
            <a:ext cx="5851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2638060" y="427164"/>
            <a:ext cx="3980322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Create Tables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260069" y="796584"/>
            <a:ext cx="2736304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You will learn how to create tables using various data types, ensuring your data is stored correctly.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326238" y="117897"/>
            <a:ext cx="58512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5628639" y="425128"/>
            <a:ext cx="3980322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Use Primary Keys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250648" y="794548"/>
            <a:ext cx="2736304" cy="23069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We will cover how to use primary keys, auto-increment, and constraints to maintain data integrity.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0263205" y="912405"/>
            <a:ext cx="58512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8565606" y="1219636"/>
            <a:ext cx="3980322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Modify Tables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187615" y="1660811"/>
            <a:ext cx="2736304" cy="23069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You will learn how to modify existing tables using the ALTER TABLE statement.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Table Foundations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k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68" y="3158118"/>
            <a:ext cx="7772400" cy="3184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7375" y="548640"/>
            <a:ext cx="7248525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Source Han Sans SC Bold" pitchFamily="34" charset="0"/>
                <a:ea typeface="Source Han Sans SC Bold" pitchFamily="34" charset="-122"/>
                <a:cs typeface="Source Han Sans SC Bold" pitchFamily="34" charset="-120"/>
              </a:rPr>
              <a:t>What Exactly Is a Table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7195" y="2276872"/>
            <a:ext cx="658892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7375" y="2681605"/>
            <a:ext cx="5427980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table in MySQL is a collection of rows and columns used to store data. Each row represents a record, and each column holds specific data types.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05165" y="842010"/>
            <a:ext cx="3493135" cy="377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05387" y="1246654"/>
            <a:ext cx="3430797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Tables consist of columns that define the type of data stored and rows that contain the actual data records.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3933190"/>
            <a:ext cx="3500755" cy="286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387" y="4365154"/>
            <a:ext cx="3430797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For example, a table named 'users' might have columns for 'id', 'name', and 'email', with each row representing a different user.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904" y="406688"/>
            <a:ext cx="5512096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MySQL Data Types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" name="Text 2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20:09:09-d2nfap98bjvh7rlj0ic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408" y="3133931"/>
            <a:ext cx="10840688" cy="3153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35955" y="954405"/>
            <a:ext cx="57607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Data Types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35955" y="1628775"/>
            <a:ext cx="5897245" cy="1330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MySQL offers various data types: Numeric types like INT and FLOAT, String types like VARCHAR and TEXT, Date and Time types like DATE and DATETIME, and Boolean types like BOOLEAN. Each type serves a specific purpose.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Create &amp; Constrain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d0.png"/>
          <p:cNvPicPr>
            <a:picLocks noChangeAspect="1"/>
          </p:cNvPicPr>
          <p:nvPr/>
        </p:nvPicPr>
        <p:blipFill>
          <a:blip r:embed="rId3"/>
          <a:srcRect t="35461"/>
          <a:stretch/>
        </p:blipFill>
        <p:spPr>
          <a:xfrm>
            <a:off x="-957580" y="1616075"/>
            <a:ext cx="14110335" cy="5241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435" y="620713"/>
            <a:ext cx="10944225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CREATE TABLE Syntax Unpacked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8-27-20:09:09-d2nfap98bjvh7rlj0id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1045" y="2195814"/>
            <a:ext cx="2989665" cy="15491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8892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28892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74237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74237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2" descr="https://kimi-img.moonshot.cn/pub/slides/slides_tmpl/image/25-08-27-20:09:09-d2nfap98bjvh7rlj0ie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86337" y="2188285"/>
            <a:ext cx="2613513" cy="1530702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9-d2nfap98bjvh7rlj0ifg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59291" y="2182214"/>
            <a:ext cx="2599731" cy="1522629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9-d2nfap98bjvh7rlj0if0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8102" y="2199944"/>
            <a:ext cx="2274362" cy="155615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-96688" y="4140646"/>
            <a:ext cx="64827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88566" y="4737408"/>
            <a:ext cx="5512227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basic syntax for creating a table in MySQL involves specifying the table name and column definitions. Each column must have a data type and optional attributes.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640084" y="4140646"/>
            <a:ext cx="64827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125338" y="4737408"/>
            <a:ext cx="5512227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For example, to create a 'users' table, you would use: CREATE TABLE users (id INT AUTO_INCREMENT PRIMARY KEY, name VARCHAR(100), email VARCHAR(100) UNIQUE, created_at DATETIME DEFAULT CURRENT_TIMESTAMP);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422900"/>
            <a:ext cx="8810625" cy="1007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Keys and Constraints Demystified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554355"/>
            <a:ext cx="1414780" cy="107569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15" y="554355"/>
            <a:ext cx="1414780" cy="107569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890" y="559435"/>
            <a:ext cx="1414780" cy="10756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470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39470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primary key uniquely identifies each record in a table. It ensures that no two rows can have the same value in the primary key column.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34535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Auto Increment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3453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Auto-increment automatically assigns a unique number to a column, typically used for primary keys to ensure uniqueness without manual intervention.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61655" y="1245870"/>
            <a:ext cx="3477260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6165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Constraints like UNIQUE, NOT NULL, and DEFAULT help enforce data integrity rules, ensuring data quality and consistency.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Schema Evolution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79000">
                <a:srgbClr val="7095BC"/>
              </a:gs>
              <a:gs pos="96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2455" y="964565"/>
            <a:ext cx="8507730" cy="5835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ALTER TABLE in Action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3-d2nfaq98bjvh7rlj0i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0" y="2115819"/>
            <a:ext cx="6348430" cy="4814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3285" y="1749425"/>
            <a:ext cx="584390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Modify Tables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79160" y="2202815"/>
            <a:ext cx="5843905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ALTER TABLE statement allows you to modify existing tables by adding, modifying, or dropping columns. This is useful for evolving your database schema over time.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63285" y="4090035"/>
            <a:ext cx="584390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79160" y="4543425"/>
            <a:ext cx="5843905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For example, to add a 'status' column to the 'users' table, you would use: ALTER TABLE users ADD COLUMN status VARCHAR(50) DEFAULT 'active';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Guided Practice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1225" y="5516880"/>
            <a:ext cx="10132060" cy="768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Build the Users Table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9416" y="697741"/>
            <a:ext cx="58512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9470" y="1102360"/>
            <a:ext cx="4965065" cy="414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Task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9416" y="1578869"/>
            <a:ext cx="5256584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Your task is to create a 'users' table with specific columns: 'id', 'name', 'email', 'created_at', and 'status'. This hands-on project will help you apply what you’ve learned.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3916" y="697741"/>
            <a:ext cx="58512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3970" y="1102360"/>
            <a:ext cx="4965065" cy="4146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Columns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63916" y="1578869"/>
            <a:ext cx="5256584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'id' column should be an INT with auto-increment and primary key. The 'name' and 'email' columns should be VARCHAR(100), with 'email' being unique.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9416" y="2906906"/>
            <a:ext cx="58512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9470" y="3311525"/>
            <a:ext cx="5161915" cy="454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Timestamp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6" y="3716279"/>
            <a:ext cx="5256584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'created_at' column should be a DATETIME with a default value of the current timestamp. The 'status' column should be a VARCHAR(50) with a default value of 'active'.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3916" y="2906906"/>
            <a:ext cx="58512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2F5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70" y="3311525"/>
            <a:ext cx="5161915" cy="454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3916" y="3716279"/>
            <a:ext cx="5256584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After creating the table, verify your work using the DESCRIBE statement to ensure all columns are correctly defined.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Integrity &amp; Recap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513705"/>
            <a:ext cx="7889240" cy="112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Enforce Data Integrity Rules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8-d2nfap18bjvh7rlj0ic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13" y="1053031"/>
            <a:ext cx="3472004" cy="3151189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08-d2nfap18bjvh7rlj0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529590"/>
            <a:ext cx="1064260" cy="94107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08-d2nfap18bjvh7rlj0i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661920"/>
            <a:ext cx="1064260" cy="941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99856" y="118510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799965" y="1590040"/>
            <a:ext cx="6997065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Constraints like NOT NULL, UNIQUE, and DEFAULT help enforce data integrity rules. They ensure that your data remains consistent and reliable.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99855" y="329204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99965" y="3696970"/>
            <a:ext cx="699643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For example, in an 'employees' table, you might use: CREATE TABLE employees (id INT AUTO_INCREMENT PRIMARY KEY, name VARCHAR(100) NOT NULL, email VARCHAR(100) UNIQUE, hire_date DATE NOT NULL, salary DECIMAL(10, 2) DEFAULT 50000);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87" y="0"/>
            <a:ext cx="467201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9768" y="1856646"/>
            <a:ext cx="4118258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Day 2 Summary and Q&amp;A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10-d2nfaph8bjvh7rlj0ih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257" y="1286340"/>
            <a:ext cx="635000" cy="368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3100" y="3244850"/>
            <a:ext cx="421259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Recap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2843" y="3592270"/>
            <a:ext cx="3613829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Today, we covered tables, data types, primary keys, constraints, and altering tables. You now have the skills to structure your data effectively in MySQL.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9995" y="1484630"/>
            <a:ext cx="438467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Q&amp;A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0009" y="1807120"/>
            <a:ext cx="4710824" cy="1568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We will now open the floor for any questions or clarifications. Feel free to ask anything related to today’s topics.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995" y="3911600"/>
            <a:ext cx="467804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10009" y="4233929"/>
            <a:ext cx="4710824" cy="1568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Tomorrow, we will move on to CRUD operations, where you will learn how to insert, retrieve, update, and delete data in your tables.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3029" y="2857957"/>
            <a:ext cx="7856480" cy="314664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3263029" y="2857957"/>
            <a:ext cx="7856480" cy="314664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815" y="548406"/>
            <a:ext cx="8231218" cy="923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Tomorrow We Manipulate Data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7-d2nfaop8bjvh7rlj0i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5392" y="2857957"/>
            <a:ext cx="3582356" cy="31466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46432" y="2852936"/>
            <a:ext cx="690128" cy="559777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4"/>
          <p:cNvSpPr/>
          <p:nvPr/>
        </p:nvSpPr>
        <p:spPr>
          <a:xfrm>
            <a:off x="10446432" y="2852936"/>
            <a:ext cx="690128" cy="5597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632504" y="3140968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4835525" y="3573145"/>
            <a:ext cx="586105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Preview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35525" y="4335145"/>
            <a:ext cx="591566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Tomorrow, we will focus on CRUD operations: Create, Read, Update, and Delete. You will learn how to manage data within your tables, building on the foundation you’ve laid today.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Office PowerPoint</Application>
  <PresentationFormat>Widescreen</PresentationFormat>
  <Paragraphs>111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Source Han Sans SC</vt:lpstr>
      <vt:lpstr>Source Han Sans SC Bold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Day 2: Tables &amp; Types</dc:title>
  <dc:subject>MySQL Day 2: Tables &amp; Types</dc:subject>
  <dc:creator>Kimi</dc:creator>
  <cp:lastModifiedBy>Sean</cp:lastModifiedBy>
  <cp:revision>2</cp:revision>
  <dcterms:created xsi:type="dcterms:W3CDTF">2025-12-05T05:08:04Z</dcterms:created>
  <dcterms:modified xsi:type="dcterms:W3CDTF">2025-12-05T05:25:09Z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{"Label":"MySQL Day 2: Tables &amp; Types","ContentProducer":"001191110108MACG2KBH8F10000","ProduceID":"d4p6gab3kdli726i1480","ReservedCode1":"","ContentPropagator":"001191110108MACG2KBH8F20000","PropagateID":"d4p6gab3kdli726i1480","ReservedCode2":""}</vt:lpwstr>
  </property>
</Properties>
</file>