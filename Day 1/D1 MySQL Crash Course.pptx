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840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MySQL </a:t>
            </a:r>
            <a:r>
              <a:rPr lang="en-US" sz="400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Crash Course Day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01" y="365720"/>
            <a:ext cx="6438900" cy="59436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4405" y="99377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046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Goals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475503" y="179600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Database Concepts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471071" y="3849940"/>
            <a:ext cx="2566966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Why MySQL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765604" y="3854987"/>
            <a:ext cx="299449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Installation &amp; Access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143871" y="6086695"/>
            <a:ext cx="277847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First Database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8572871" y="6082269"/>
            <a:ext cx="2566967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Wrap-up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Goals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20:09:11-d2nfapp8bjvh7rlj0ij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8-27-20:09:11-d2nfapp8bjvh7rlj0ij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11-d2nfapp8bjvh7rlj0ik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11-d2nfapp8bjvh7rlj0il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92465" y="4391794"/>
            <a:ext cx="3896724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Welcome to MySQL Day 1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4" name="Text 8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Text 10"/>
          <p:cNvSpPr/>
          <p:nvPr/>
        </p:nvSpPr>
        <p:spPr>
          <a:xfrm>
            <a:off x="2237411" y="755209"/>
            <a:ext cx="2831340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Session Introduction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Welcome to the MySQL 1-Week Crash Course. Today, we'll set up MySQL Server and Workbench, understand database basics, and create your first database. By the end of this session, you'll have a fully functional local environment ready for table creation.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2963" y="3962809"/>
            <a:ext cx="6482734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Course Structure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69205" y="4277360"/>
            <a:ext cx="6346190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This course is designed to be hands-on and practical. Over the next week, you'll learn essential MySQL skills through real-world exercises. Today's focus is on foundational setup and understanding.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04214" y="5309475"/>
            <a:ext cx="648273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Learning Goals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72075" y="5572760"/>
            <a:ext cx="631444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By the end of today, you'll be able to explain what a database is, differentiate between relational and non-relational databases, install MySQL, and navigate both the CLI and Workbench GUI.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6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5148" y="-1"/>
            <a:ext cx="7178987" cy="68580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solidFill>
            <a:srgbClr val="404040">
              <a:alpha val="67843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8-27-20:09:05-d2nfao98bjvh7rlj0i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73" y="851740"/>
            <a:ext cx="3767263" cy="2511509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06-d2nfaoh8bjvh7rlj0i5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73" y="3426741"/>
            <a:ext cx="3767263" cy="249610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06-d2nfaoh8bjvh7rlj0i6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895" y="863300"/>
            <a:ext cx="1788699" cy="13700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8-27-20:09:06-d2nfaoh8bjvh7rlj0i7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163" y="2302450"/>
            <a:ext cx="1779431" cy="2387497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8-27-20:09:06-d2nfaoh8bjvh7rlj0i8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72163" y="4759032"/>
            <a:ext cx="1779431" cy="116380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64490" y="1007110"/>
            <a:ext cx="3987800" cy="1949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Today’s Learning Objectives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364490" y="3611880"/>
            <a:ext cx="44272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DB4E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Learning Objectives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364490" y="4256405"/>
            <a:ext cx="4383405" cy="2402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the end of Day 1, you will be able to define what a database is, contrast relational and non-relational databases, install MySQL Server and Workbench, navigate the MySQL CLI and Workbench GUI, and create your first database.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Database Concepts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Exactly Is a Database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Database Definition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 database is an organized collection of data designed for efficient storage and retrieval. It serves as a central repository for information, making it accessible and manageable.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Types of Databases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Databases can be relational, featuring tables with rows and columns, or non-relational, such as key-value stores, document databases, and graph databases. Each type is suited to different use cases.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5680" y="1182980"/>
            <a:ext cx="1584176" cy="3060160"/>
          </a:xfrm>
          <a:custGeom>
            <a:avLst/>
            <a:gdLst/>
            <a:ahLst/>
            <a:cxnLst/>
            <a:rect l="l" t="t" r="r" b="b"/>
            <a:pathLst>
              <a:path w="1584176" h="3060160">
                <a:moveTo>
                  <a:pt x="0" y="0"/>
                </a:moveTo>
                <a:lnTo>
                  <a:pt x="1584176" y="0"/>
                </a:lnTo>
                <a:lnTo>
                  <a:pt x="1584176" y="115069"/>
                </a:lnTo>
                <a:lnTo>
                  <a:pt x="1584176" y="249136"/>
                </a:lnTo>
                <a:lnTo>
                  <a:pt x="1584176" y="3060160"/>
                </a:lnTo>
                <a:lnTo>
                  <a:pt x="1160548" y="3060160"/>
                </a:lnTo>
                <a:lnTo>
                  <a:pt x="1160548" y="249136"/>
                </a:lnTo>
                <a:lnTo>
                  <a:pt x="0" y="249136"/>
                </a:lnTo>
                <a:close/>
              </a:path>
            </a:pathLst>
          </a:custGeom>
          <a:gradFill flip="none" rotWithShape="1">
            <a:gsLst>
              <a:gs pos="0">
                <a:srgbClr val="3A4F72"/>
              </a:gs>
              <a:gs pos="67000">
                <a:srgbClr val="7EA2AA"/>
              </a:gs>
              <a:gs pos="100000">
                <a:srgbClr val="C2F5E1"/>
              </a:gs>
            </a:gsLst>
            <a:lin ang="54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215680" y="1182980"/>
            <a:ext cx="1584176" cy="3060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3392" y="4659597"/>
            <a:ext cx="4425189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Relational vs Non-Relational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44272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4272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8-27-20:09:12-d2nfaq18bjvh7rlj0i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6" y="1429732"/>
            <a:ext cx="1812087" cy="1180827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08-27-20:09:12-d2nfaq18bjvh7rlj0ip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36" y="1418626"/>
            <a:ext cx="1812088" cy="1177204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20:09:12-d2nfaq18bjvh7rlj0iq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895" y="2889263"/>
            <a:ext cx="3828929" cy="13538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13" name="Text 8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544272" y="3804009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44272" y="3804009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268637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68637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68637" y="3799372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68637" y="3799372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67408" y="4066765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340644" y="901706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Relational Databases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340350" y="1605280"/>
            <a:ext cx="3172460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Relational databases, like MySQL, use tables with fixed schemas to store data. They are ideal for applications requiring structured data and complex queries, such as banking systems.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16279" y="901706"/>
            <a:ext cx="2983571" cy="71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Non-Relational Databases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16315" y="1605280"/>
            <a:ext cx="3162300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Non-relational databases, like MongoDB, offer flexible schemas and are well-suited for real-time analytics and caching. They store data in formats like JSON documents.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340644" y="3857864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Schema Comparison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340350" y="4561840"/>
            <a:ext cx="3204210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Relational databases have fixed schemas, ensuring data consistency. Non-relational databases have flexible schemas, allowing for easier adaptation to changing data requirements.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616279" y="3862501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616315" y="4566285"/>
            <a:ext cx="3131820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Relational databases are commonly used in enterprise applications where data integrity is crucial. Non-relational databases are preferred for handling large volumes of unstructured data.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Why MySQL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MySQL Strengths and Reach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Open-Source and Cross-Platform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16224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MySQL is an open-source database management system that supports multiple platforms, including Windows, macOS, and Linux. This flexibility makes it accessible to a wide range of users.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Reliable and Scalable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6224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MySQL is known for its reliability and ability to handle both small and large-scale applications. It is trusted by numerous companies for its robust performance and extensive community support.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Installation &amp; Access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8" y="3158118"/>
            <a:ext cx="7772400" cy="318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375" y="548640"/>
            <a:ext cx="7248525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Source Han Sans SC Bold" pitchFamily="34" charset="0"/>
                <a:ea typeface="Source Han Sans SC Bold" pitchFamily="34" charset="-122"/>
                <a:cs typeface="Source Han Sans SC Bold" pitchFamily="34" charset="-120"/>
              </a:rPr>
              <a:t>Installing MySQL Server and Workbench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7195" y="2276872"/>
            <a:ext cx="65889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Download MySQL Server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7375" y="2681605"/>
            <a:ext cx="542798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Visit the official MySQL website to download MySQL Server. Ensure you select the correct version for your operating system.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05165" y="842010"/>
            <a:ext cx="3493135" cy="377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Install MySQL Workbench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87" y="1246654"/>
            <a:ext cx="3430797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MySQL Workbench is a powerful GUI tool for managing MySQL databases. Install it alongside MySQL Server for an easier learning experience.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3933190"/>
            <a:ext cx="3500755" cy="286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Verify Installation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87" y="4365154"/>
            <a:ext cx="3430797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After installation, verify MySQL Server by running the command 'mysql --version' in your terminal. This ensures that MySQL is correctly installed and ready for use.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455" y="1383665"/>
            <a:ext cx="7461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CLI versus GUI Workflows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06-d2nfaoh8bjvh7rlj0i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222" y="1230728"/>
            <a:ext cx="3429629" cy="46423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5" name="Text 2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5505" y="3455035"/>
            <a:ext cx="606996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CLI vs GUI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5505" y="4076700"/>
            <a:ext cx="5220335" cy="1388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MySQL Command Line Interface (CLI) is fast and precise, ideal for scripting. MySQL Workbench, a GUI tool, offers a visual interface for exploring databases and is beginner-friendly.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d0.png"/>
          <p:cNvPicPr>
            <a:picLocks noChangeAspect="1"/>
          </p:cNvPicPr>
          <p:nvPr/>
        </p:nvPicPr>
        <p:blipFill>
          <a:blip r:embed="rId3"/>
          <a:srcRect t="35461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Connecting to Local MySQL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20:09:09-d2nfap98bjvh7rlj0id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8892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4237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8-27-20:09:09-d2nfap98bjvh7rlj0ie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9-d2nfap98bjvh7rlj0ifg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9-d2nfap98bjvh7rlj0if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-96688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Connecting via CLI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8566" y="4737408"/>
            <a:ext cx="5512227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 connect to MySQL via the CLI, use the command 'mysql -u root -p'. Enter your password when prompted to access the MySQL shell.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0084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Connecting via Workbench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125338" y="4737408"/>
            <a:ext cx="5512227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In MySQL Workbench, click the '+' icon to add a new connection. Fill in the host, port, username, and password fields to establish a connection to your local MySQL server.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First Database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flip="none" rotWithShape="1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8-d2nfap18bjvh7rlj0i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2830" y="764540"/>
            <a:ext cx="644906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Creating company_db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6070" y="2719643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 Database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42815" y="3141980"/>
            <a:ext cx="6713220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 create your first database, run the SQL command 'CREATE DATABASE company_db;'. This initializes a new database called 'company_db'.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6070" y="4444266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Switch to Database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2815" y="4866640"/>
            <a:ext cx="6713220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the command 'USE company_db;' to switch to the newly created database. Verify its creation with 'SHOW DATABASES;' to see a list of all available databases.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0800000">
            <a:off x="1948002" y="493299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 rot="10800000">
            <a:off x="1948002" y="493299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9" name="Text 5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28324" y="3759222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 rot="10800000">
            <a:off x="5928324" y="3759222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3" name="Text 9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0800000">
            <a:off x="9908654" y="4386616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9908654" y="4386616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7" name="Text 13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858496" y="5783053"/>
            <a:ext cx="8352928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Exploring with SHOW Commands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079776" y="110727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60105" y="96376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23" name="Image 2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985" y="1536700"/>
            <a:ext cx="718185" cy="546100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270" y="234950"/>
            <a:ext cx="764540" cy="581025"/>
          </a:xfrm>
          <a:prstGeom prst="rect">
            <a:avLst/>
          </a:prstGeom>
        </p:spPr>
      </p:pic>
      <p:pic>
        <p:nvPicPr>
          <p:cNvPr id="25" name="Image 4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335" y="982980"/>
            <a:ext cx="717550" cy="5454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4330" y="2011045"/>
            <a:ext cx="3538220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List Databases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77850" y="2434590"/>
            <a:ext cx="3090545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command 'SHOW DATABASES;' displays a list of all databases on your MySQL server. This helps you navigate and identify existing databases.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079875" y="765810"/>
            <a:ext cx="397954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Switch Databases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468495" y="1188720"/>
            <a:ext cx="3231515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To switch to a specific database, use the command 'USE database_name;'. This sets the context for subsequent operations.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275320" y="1451610"/>
            <a:ext cx="344868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List Tables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431530" y="1874520"/>
            <a:ext cx="3185160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Within a database, use 'SHOW TABLES;' to list all tables. This command helps you explore the structure of your database and identify existing tables.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Wrap-up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8g.png"/>
          <p:cNvPicPr>
            <a:picLocks noChangeAspect="1"/>
          </p:cNvPicPr>
          <p:nvPr/>
        </p:nvPicPr>
        <p:blipFill>
          <a:blip r:embed="rId3">
            <a:alphaModFix amt="72000"/>
          </a:blip>
          <a:srcRect/>
          <a:stretch/>
        </p:blipFill>
        <p:spPr>
          <a:xfrm>
            <a:off x="10395" y="2348881"/>
            <a:ext cx="12181605" cy="450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11693" y="1330960"/>
            <a:ext cx="7524115" cy="21107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Mini Project Checklist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 flipV="1">
            <a:off x="4774248" y="2984252"/>
            <a:ext cx="2199005" cy="127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2975610" y="2204720"/>
            <a:ext cx="5796280" cy="974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Mini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75460" y="3354705"/>
            <a:ext cx="8196580" cy="20358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Create a database named 'company_db', explore databases and tables using SHOW commands, and document your steps in a text file. This hands-on practice reinforces today's learning.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Day 1 Success Tips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8423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End Statements with Semicolons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Always end your SQL statements with a semicolon (;). This is a fundamental syntax requirement that ensures your commands are correctly executed.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Use Both CLI and GUI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Familiarize yourself with both the MySQL CLI for speed and scripting, and MySQL Workbench for visual exploration. Each tool has its advantages.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Focus on Setup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Today's focus is on setting up your environment and understanding basic commands. Don't worry about creating tables yet; that will be covered in the next session.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Tomorrow We Build Tables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Tomorrow, we will dive into creating tables and defining data types. You will learn how to design tables and insert data, building on the foundation laid today.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Anticipate Learning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Come prepared to explore table creation and data management. Your newly created 'company_db' will be the perfect playground for these essential MySQL skills.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Widescreen</PresentationFormat>
  <Paragraphs>111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Source Han Sans SC</vt:lpstr>
      <vt:lpstr>Source Han Sans SC Bold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1-Week Crash Course Day 1</dc:title>
  <dc:subject>MySQL 1-Week Crash Course Day 1</dc:subject>
  <dc:creator>Kimi</dc:creator>
  <cp:lastModifiedBy>Sean</cp:lastModifiedBy>
  <cp:revision>3</cp:revision>
  <dcterms:created xsi:type="dcterms:W3CDTF">2025-12-05T05:01:51Z</dcterms:created>
  <dcterms:modified xsi:type="dcterms:W3CDTF">2025-12-05T05:24:39Z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{"Label":"MySQL 1-Week Crash Course Day 1","ContentProducer":"001191110108MACG2KBH8F10000","ProduceID":"d4p6de9e3tpohppfkemg","ReservedCode1":"","ContentPropagator":"001191110108MACG2KBH8F20000","PropagateID":"d4p6de9e3tpohppfkemg","ReservedCode2":""}</vt:lpwstr>
  </property>
</Properties>
</file>